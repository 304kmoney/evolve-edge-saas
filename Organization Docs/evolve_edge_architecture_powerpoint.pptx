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018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0" y="274320"/>
            <a:ext cx="18288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End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Web App</a:t>
            </a:r>
          </a:p>
          <a:p>
            <a:r>
              <a:t>(Next.js Dashboard)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09728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Mobile Web / Future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10312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Authentication Layer</a:t>
            </a:r>
          </a:p>
          <a:p>
            <a:r>
              <a:t>Email / OAuth / MFA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200400"/>
            <a:ext cx="27432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Backend API Layer</a:t>
            </a:r>
          </a:p>
          <a:p>
            <a:r>
              <a:t>FastAPI /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2860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&amp; Organization 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4572000"/>
            <a:ext cx="22860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Roles / Permissions / Groups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572000"/>
            <a:ext cx="22860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Document Upload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4572000"/>
            <a:ext cx="22860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Notification &amp; Billing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5943600"/>
            <a:ext cx="32004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Compliance Analysis Engine</a:t>
            </a:r>
          </a:p>
          <a:p>
            <a:r>
              <a:t>LLM + Rules Mapping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713232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PostgreSQL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713232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Object 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713232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External Services</a:t>
            </a:r>
          </a:p>
          <a:p>
            <a:r>
              <a:t>Stripe /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</Words>
  <Application>Microsoft Office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Kiel Green</dc:creator>
  <cp:keywords/>
  <dc:description>generated using python-pptx</dc:description>
  <cp:lastModifiedBy>Kiel Green</cp:lastModifiedBy>
  <cp:revision>1</cp:revision>
  <dcterms:created xsi:type="dcterms:W3CDTF">2013-01-27T09:14:16Z</dcterms:created>
  <dcterms:modified xsi:type="dcterms:W3CDTF">2026-03-10T11:15:25Z</dcterms:modified>
  <cp:category/>
</cp:coreProperties>
</file>